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1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0" r:id="rId11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fr-FR" noProof="0" dirty="0" err="1"/>
            <a:t>Add</a:t>
          </a:r>
          <a:r>
            <a:rPr lang="fr-FR" noProof="0" dirty="0"/>
            <a:t> an LLM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fr-FR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fr-FR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fr-FR" noProof="0" dirty="0" err="1"/>
            <a:t>Build</a:t>
          </a:r>
          <a:r>
            <a:rPr lang="fr-FR" noProof="0" dirty="0"/>
            <a:t> a </a:t>
          </a:r>
          <a:r>
            <a:rPr lang="fr-FR" noProof="0" dirty="0" err="1"/>
            <a:t>website</a:t>
          </a:r>
          <a:endParaRPr lang="fr-FR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fr-FR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fr-FR" noProof="0" dirty="0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Discuss and choose the themes</a:t>
          </a:r>
          <a:endParaRPr lang="fr-FR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fr-FR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fr-FR" noProof="0" dirty="0"/>
        </a:p>
      </dgm:t>
    </dgm:pt>
    <dgm:pt modelId="{FDA56482-6A40-40AC-BBC1-9F2B471805B8}">
      <dgm:prSet/>
      <dgm:spPr/>
      <dgm:t>
        <a:bodyPr/>
        <a:lstStyle/>
        <a:p>
          <a:r>
            <a:rPr lang="fr-FR" dirty="0"/>
            <a:t>Modèle training</a:t>
          </a:r>
        </a:p>
      </dgm:t>
    </dgm:pt>
    <dgm:pt modelId="{7FC064B2-ADE2-4E08-99D1-D3C9AEDACDDD}" type="parTrans" cxnId="{5B14CBB6-CDAE-432A-96E5-C4F8578BEC91}">
      <dgm:prSet/>
      <dgm:spPr/>
      <dgm:t>
        <a:bodyPr/>
        <a:lstStyle/>
        <a:p>
          <a:endParaRPr lang="fr-FR"/>
        </a:p>
      </dgm:t>
    </dgm:pt>
    <dgm:pt modelId="{2F4B56CD-03C9-46CC-AEE8-BBA4AB1A0107}" type="sibTrans" cxnId="{5B14CBB6-CDAE-432A-96E5-C4F8578BEC91}">
      <dgm:prSet/>
      <dgm:spPr/>
      <dgm:t>
        <a:bodyPr/>
        <a:lstStyle/>
        <a:p>
          <a:endParaRPr lang="fr-FR"/>
        </a:p>
      </dgm:t>
    </dgm:pt>
    <dgm:pt modelId="{DD8217A6-821F-4F80-AAC6-B0F4053CB0A0}">
      <dgm:prSet/>
      <dgm:spPr/>
      <dgm:t>
        <a:bodyPr/>
        <a:lstStyle/>
        <a:p>
          <a:r>
            <a:rPr lang="fr-FR" dirty="0"/>
            <a:t>Data clean up</a:t>
          </a:r>
        </a:p>
      </dgm:t>
    </dgm:pt>
    <dgm:pt modelId="{A5718E29-8A65-48ED-9626-50BD18D5F5C1}" type="parTrans" cxnId="{B2819C26-7FA9-4EB0-85C3-0643567C6003}">
      <dgm:prSet/>
      <dgm:spPr/>
      <dgm:t>
        <a:bodyPr/>
        <a:lstStyle/>
        <a:p>
          <a:endParaRPr lang="fr-FR"/>
        </a:p>
      </dgm:t>
    </dgm:pt>
    <dgm:pt modelId="{46372661-4876-4D9C-820E-61B1DE686D42}" type="sibTrans" cxnId="{B2819C26-7FA9-4EB0-85C3-0643567C6003}">
      <dgm:prSet/>
      <dgm:spPr/>
      <dgm:t>
        <a:bodyPr/>
        <a:lstStyle/>
        <a:p>
          <a:endParaRPr lang="fr-FR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78458E76-8AA3-4111-BC94-2D61999507B3}" type="pres">
      <dgm:prSet presAssocID="{5605D28D-2CE6-4513-8566-952984E21E14}" presName="text_1" presStyleLbl="node1" presStyleIdx="0" presStyleCnt="5">
        <dgm:presLayoutVars>
          <dgm:bulletEnabled val="1"/>
        </dgm:presLayoutVars>
      </dgm:prSet>
      <dgm:spPr/>
    </dgm:pt>
    <dgm:pt modelId="{0583032A-03E3-4F6D-BE6E-7872A1C82A84}" type="pres">
      <dgm:prSet presAssocID="{5605D28D-2CE6-4513-8566-952984E21E14}" presName="accent_1" presStyleCnt="0"/>
      <dgm:spPr/>
    </dgm:pt>
    <dgm:pt modelId="{A965097E-32F1-4AB8-8C4E-2814A7596B2F}" type="pres">
      <dgm:prSet presAssocID="{5605D28D-2CE6-4513-8566-952984E21E14}" presName="accentRepeatNode" presStyleLbl="solidFgAcc1" presStyleIdx="0" presStyleCnt="5"/>
      <dgm:spPr/>
    </dgm:pt>
    <dgm:pt modelId="{5BB7B1F6-09EB-4644-9F06-D45DB51A28C4}" type="pres">
      <dgm:prSet presAssocID="{DD8217A6-821F-4F80-AAC6-B0F4053CB0A0}" presName="text_2" presStyleLbl="node1" presStyleIdx="1" presStyleCnt="5">
        <dgm:presLayoutVars>
          <dgm:bulletEnabled val="1"/>
        </dgm:presLayoutVars>
      </dgm:prSet>
      <dgm:spPr/>
    </dgm:pt>
    <dgm:pt modelId="{54C1D37D-CEEE-4EF5-90BD-D61A77F3977C}" type="pres">
      <dgm:prSet presAssocID="{DD8217A6-821F-4F80-AAC6-B0F4053CB0A0}" presName="accent_2" presStyleCnt="0"/>
      <dgm:spPr/>
    </dgm:pt>
    <dgm:pt modelId="{CCD8F85F-0D93-4AAB-B481-1CA87A18A7FE}" type="pres">
      <dgm:prSet presAssocID="{DD8217A6-821F-4F80-AAC6-B0F4053CB0A0}" presName="accentRepeatNode" presStyleLbl="solidFgAcc1" presStyleIdx="1" presStyleCnt="5"/>
      <dgm:spPr/>
    </dgm:pt>
    <dgm:pt modelId="{0C7A060E-BBDD-4BA0-B44B-FCE4E3093BEF}" type="pres">
      <dgm:prSet presAssocID="{FDA56482-6A40-40AC-BBC1-9F2B471805B8}" presName="text_3" presStyleLbl="node1" presStyleIdx="2" presStyleCnt="5">
        <dgm:presLayoutVars>
          <dgm:bulletEnabled val="1"/>
        </dgm:presLayoutVars>
      </dgm:prSet>
      <dgm:spPr/>
    </dgm:pt>
    <dgm:pt modelId="{EDDA03B9-5FA4-4F7D-B401-9F5208F75FB9}" type="pres">
      <dgm:prSet presAssocID="{FDA56482-6A40-40AC-BBC1-9F2B471805B8}" presName="accent_3" presStyleCnt="0"/>
      <dgm:spPr/>
    </dgm:pt>
    <dgm:pt modelId="{7426D73D-C013-498D-99E7-F7D92BAE3125}" type="pres">
      <dgm:prSet presAssocID="{FDA56482-6A40-40AC-BBC1-9F2B471805B8}" presName="accentRepeatNode" presStyleLbl="solidFgAcc1" presStyleIdx="2" presStyleCnt="5"/>
      <dgm:spPr/>
    </dgm:pt>
    <dgm:pt modelId="{0A936AE5-7FF3-4C22-8FB4-CF4F79AFF85C}" type="pres">
      <dgm:prSet presAssocID="{6750AC01-D39D-4F3A-9DC8-2A211EE986A2}" presName="text_4" presStyleLbl="node1" presStyleIdx="3" presStyleCnt="5">
        <dgm:presLayoutVars>
          <dgm:bulletEnabled val="1"/>
        </dgm:presLayoutVars>
      </dgm:prSet>
      <dgm:spPr/>
    </dgm:pt>
    <dgm:pt modelId="{70042355-7117-433F-8077-206404CF02E5}" type="pres">
      <dgm:prSet presAssocID="{6750AC01-D39D-4F3A-9DC8-2A211EE986A2}" presName="accent_4" presStyleCnt="0"/>
      <dgm:spPr/>
    </dgm:pt>
    <dgm:pt modelId="{07CB3071-D555-47DA-A36A-69EB91531FD8}" type="pres">
      <dgm:prSet presAssocID="{6750AC01-D39D-4F3A-9DC8-2A211EE986A2}" presName="accentRepeatNode" presStyleLbl="solidFgAcc1" presStyleIdx="3" presStyleCnt="5"/>
      <dgm:spPr/>
    </dgm:pt>
    <dgm:pt modelId="{BEA349B1-570C-48F6-855B-A2F13A2440AD}" type="pres">
      <dgm:prSet presAssocID="{0BEF68B8-1228-47BB-83B5-7B9CD1E3F84E}" presName="text_5" presStyleLbl="node1" presStyleIdx="4" presStyleCnt="5">
        <dgm:presLayoutVars>
          <dgm:bulletEnabled val="1"/>
        </dgm:presLayoutVars>
      </dgm:prSet>
      <dgm:spPr/>
    </dgm:pt>
    <dgm:pt modelId="{8100EA29-00C1-45F5-AAD2-505185F09CF5}" type="pres">
      <dgm:prSet presAssocID="{0BEF68B8-1228-47BB-83B5-7B9CD1E3F84E}" presName="accent_5" presStyleCnt="0"/>
      <dgm:spPr/>
    </dgm:pt>
    <dgm:pt modelId="{3F8116AC-FAC3-4E95-9865-93CCFEB191B9}" type="pres">
      <dgm:prSet presAssocID="{0BEF68B8-1228-47BB-83B5-7B9CD1E3F84E}" presName="accentRepeatNode" presStyleLbl="solidFgAcc1" presStyleIdx="4" presStyleCnt="5"/>
      <dgm:spPr/>
    </dgm:pt>
  </dgm:ptLst>
  <dgm:cxnLst>
    <dgm:cxn modelId="{B2819C26-7FA9-4EB0-85C3-0643567C6003}" srcId="{7E5AA53B-3EEE-4DE4-BB81-9044890C2946}" destId="{DD8217A6-821F-4F80-AAC6-B0F4053CB0A0}" srcOrd="1" destOrd="0" parTransId="{A5718E29-8A65-48ED-9626-50BD18D5F5C1}" sibTransId="{46372661-4876-4D9C-820E-61B1DE686D42}"/>
    <dgm:cxn modelId="{0B5DAE5F-BCDC-4BF7-A6E7-CF856886A64D}" srcId="{7E5AA53B-3EEE-4DE4-BB81-9044890C2946}" destId="{6750AC01-D39D-4F3A-9DC8-2A211EE986A2}" srcOrd="3" destOrd="0" parTransId="{720680DC-AAA4-4434-A582-60EBCC5BA355}" sibTransId="{CA077D98-8478-47EA-B6A9-99ACE60C64D4}"/>
    <dgm:cxn modelId="{AE104343-C34A-47CF-A930-4F9B2CDBAE61}" type="presOf" srcId="{823D1971-2C4D-4EC5-A874-2F463DE37109}" destId="{D79B43FC-100B-4A0D-A4D5-0D2D04B99064}" srcOrd="0" destOrd="0" presId="urn:microsoft.com/office/officeart/2008/layout/VerticalCurvedList"/>
    <dgm:cxn modelId="{243B3374-2E85-4F7F-BEF6-1B0B5A81DCBC}" type="presOf" srcId="{6750AC01-D39D-4F3A-9DC8-2A211EE986A2}" destId="{0A936AE5-7FF3-4C22-8FB4-CF4F79AFF85C}" srcOrd="0" destOrd="0" presId="urn:microsoft.com/office/officeart/2008/layout/VerticalCurvedList"/>
    <dgm:cxn modelId="{E793067C-329A-4917-B777-EA01048F4264}" type="presOf" srcId="{0BEF68B8-1228-47BB-83B5-7B9CD1E3F84E}" destId="{BEA349B1-570C-48F6-855B-A2F13A2440AD}" srcOrd="0" destOrd="0" presId="urn:microsoft.com/office/officeart/2008/layout/VerticalCurvedList"/>
    <dgm:cxn modelId="{FAD7E381-A79A-45C6-AC4B-25A0312226A3}" type="presOf" srcId="{FDA56482-6A40-40AC-BBC1-9F2B471805B8}" destId="{0C7A060E-BBDD-4BA0-B44B-FCE4E3093BEF}" srcOrd="0" destOrd="0" presId="urn:microsoft.com/office/officeart/2008/layout/VerticalCurvedList"/>
    <dgm:cxn modelId="{EDEF4F82-1237-4639-A0F7-385C1897CE66}" srcId="{7E5AA53B-3EEE-4DE4-BB81-9044890C2946}" destId="{0BEF68B8-1228-47BB-83B5-7B9CD1E3F84E}" srcOrd="4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0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5B14CBB6-CDAE-432A-96E5-C4F8578BEC91}" srcId="{7E5AA53B-3EEE-4DE4-BB81-9044890C2946}" destId="{FDA56482-6A40-40AC-BBC1-9F2B471805B8}" srcOrd="2" destOrd="0" parTransId="{7FC064B2-ADE2-4E08-99D1-D3C9AEDACDDD}" sibTransId="{2F4B56CD-03C9-46CC-AEE8-BBA4AB1A0107}"/>
    <dgm:cxn modelId="{3F39E8E3-D680-4403-8F4C-4C8A0D472600}" type="presOf" srcId="{5605D28D-2CE6-4513-8566-952984E21E14}" destId="{78458E76-8AA3-4111-BC94-2D61999507B3}" srcOrd="0" destOrd="0" presId="urn:microsoft.com/office/officeart/2008/layout/VerticalCurvedList"/>
    <dgm:cxn modelId="{A1D532FE-69E0-49A3-913D-296D76A05AEC}" type="presOf" srcId="{DD8217A6-821F-4F80-AAC6-B0F4053CB0A0}" destId="{5BB7B1F6-09EB-4644-9F06-D45DB51A28C4}" srcOrd="0" destOrd="0" presId="urn:microsoft.com/office/officeart/2008/layout/VerticalCurvedList"/>
    <dgm:cxn modelId="{07FB9927-2CDA-4D65-A486-291CF84E0B01}" type="presParOf" srcId="{57806726-6E60-4ACC-9C1C-7DF9CC365A10}" destId="{90561C55-3C6E-4D53-85E1-2C50BCDDA392}" srcOrd="0" destOrd="0" presId="urn:microsoft.com/office/officeart/2008/layout/VerticalCurvedList"/>
    <dgm:cxn modelId="{9DDA28F3-E96E-41D4-A687-95676F587F42}" type="presParOf" srcId="{90561C55-3C6E-4D53-85E1-2C50BCDDA392}" destId="{B6CD42EC-5AD4-4004-AE5B-47EDA668DAA8}" srcOrd="0" destOrd="0" presId="urn:microsoft.com/office/officeart/2008/layout/VerticalCurvedList"/>
    <dgm:cxn modelId="{A9AE536A-867A-4755-8A4B-ABA288423515}" type="presParOf" srcId="{B6CD42EC-5AD4-4004-AE5B-47EDA668DAA8}" destId="{963B8EE3-40CC-4A0A-B420-D0BF920973CE}" srcOrd="0" destOrd="0" presId="urn:microsoft.com/office/officeart/2008/layout/VerticalCurvedList"/>
    <dgm:cxn modelId="{341C2217-EE2F-4C97-8126-2E0EAB311BB4}" type="presParOf" srcId="{B6CD42EC-5AD4-4004-AE5B-47EDA668DAA8}" destId="{D79B43FC-100B-4A0D-A4D5-0D2D04B99064}" srcOrd="1" destOrd="0" presId="urn:microsoft.com/office/officeart/2008/layout/VerticalCurvedList"/>
    <dgm:cxn modelId="{83930A42-B02E-4385-9BAB-19E117F7F61A}" type="presParOf" srcId="{B6CD42EC-5AD4-4004-AE5B-47EDA668DAA8}" destId="{3CAD8DA1-8D53-445C-ACE8-D8449E4F0F55}" srcOrd="2" destOrd="0" presId="urn:microsoft.com/office/officeart/2008/layout/VerticalCurvedList"/>
    <dgm:cxn modelId="{102AD734-9583-4B5E-B8DF-4BE1A8D477EA}" type="presParOf" srcId="{B6CD42EC-5AD4-4004-AE5B-47EDA668DAA8}" destId="{429CABD1-4116-474B-81BF-735E2CA9DD00}" srcOrd="3" destOrd="0" presId="urn:microsoft.com/office/officeart/2008/layout/VerticalCurvedList"/>
    <dgm:cxn modelId="{41D249E0-0192-42E7-B4CC-D0A44B70F06C}" type="presParOf" srcId="{90561C55-3C6E-4D53-85E1-2C50BCDDA392}" destId="{78458E76-8AA3-4111-BC94-2D61999507B3}" srcOrd="1" destOrd="0" presId="urn:microsoft.com/office/officeart/2008/layout/VerticalCurvedList"/>
    <dgm:cxn modelId="{6320B8E8-73DD-4504-9A52-229C07658D59}" type="presParOf" srcId="{90561C55-3C6E-4D53-85E1-2C50BCDDA392}" destId="{0583032A-03E3-4F6D-BE6E-7872A1C82A84}" srcOrd="2" destOrd="0" presId="urn:microsoft.com/office/officeart/2008/layout/VerticalCurvedList"/>
    <dgm:cxn modelId="{29D95CEB-A539-4A5A-93E2-1FCB53C9754B}" type="presParOf" srcId="{0583032A-03E3-4F6D-BE6E-7872A1C82A84}" destId="{A965097E-32F1-4AB8-8C4E-2814A7596B2F}" srcOrd="0" destOrd="0" presId="urn:microsoft.com/office/officeart/2008/layout/VerticalCurvedList"/>
    <dgm:cxn modelId="{8D23BDE1-7740-4214-A38C-DB3985D19AC2}" type="presParOf" srcId="{90561C55-3C6E-4D53-85E1-2C50BCDDA392}" destId="{5BB7B1F6-09EB-4644-9F06-D45DB51A28C4}" srcOrd="3" destOrd="0" presId="urn:microsoft.com/office/officeart/2008/layout/VerticalCurvedList"/>
    <dgm:cxn modelId="{3079E1BD-DEAC-46DF-ABA1-0F75C0BDD674}" type="presParOf" srcId="{90561C55-3C6E-4D53-85E1-2C50BCDDA392}" destId="{54C1D37D-CEEE-4EF5-90BD-D61A77F3977C}" srcOrd="4" destOrd="0" presId="urn:microsoft.com/office/officeart/2008/layout/VerticalCurvedList"/>
    <dgm:cxn modelId="{A2BB58C4-A4C7-4CA2-AD5A-184FCF343AC5}" type="presParOf" srcId="{54C1D37D-CEEE-4EF5-90BD-D61A77F3977C}" destId="{CCD8F85F-0D93-4AAB-B481-1CA87A18A7FE}" srcOrd="0" destOrd="0" presId="urn:microsoft.com/office/officeart/2008/layout/VerticalCurvedList"/>
    <dgm:cxn modelId="{F21898CC-43E1-4DBA-8839-B464A2D03DA8}" type="presParOf" srcId="{90561C55-3C6E-4D53-85E1-2C50BCDDA392}" destId="{0C7A060E-BBDD-4BA0-B44B-FCE4E3093BEF}" srcOrd="5" destOrd="0" presId="urn:microsoft.com/office/officeart/2008/layout/VerticalCurvedList"/>
    <dgm:cxn modelId="{29241033-DAFA-4512-A476-7D55BE6C09B7}" type="presParOf" srcId="{90561C55-3C6E-4D53-85E1-2C50BCDDA392}" destId="{EDDA03B9-5FA4-4F7D-B401-9F5208F75FB9}" srcOrd="6" destOrd="0" presId="urn:microsoft.com/office/officeart/2008/layout/VerticalCurvedList"/>
    <dgm:cxn modelId="{05253288-D941-4646-87B1-18FCC1C9B2B3}" type="presParOf" srcId="{EDDA03B9-5FA4-4F7D-B401-9F5208F75FB9}" destId="{7426D73D-C013-498D-99E7-F7D92BAE3125}" srcOrd="0" destOrd="0" presId="urn:microsoft.com/office/officeart/2008/layout/VerticalCurvedList"/>
    <dgm:cxn modelId="{7586DE08-148D-4801-8257-0FC6C09D35E9}" type="presParOf" srcId="{90561C55-3C6E-4D53-85E1-2C50BCDDA392}" destId="{0A936AE5-7FF3-4C22-8FB4-CF4F79AFF85C}" srcOrd="7" destOrd="0" presId="urn:microsoft.com/office/officeart/2008/layout/VerticalCurvedList"/>
    <dgm:cxn modelId="{C056EC5F-83B0-4C33-8A7C-04EFD5CC77BE}" type="presParOf" srcId="{90561C55-3C6E-4D53-85E1-2C50BCDDA392}" destId="{70042355-7117-433F-8077-206404CF02E5}" srcOrd="8" destOrd="0" presId="urn:microsoft.com/office/officeart/2008/layout/VerticalCurvedList"/>
    <dgm:cxn modelId="{78A490F9-5542-4E8B-AC91-B26537F52F8A}" type="presParOf" srcId="{70042355-7117-433F-8077-206404CF02E5}" destId="{07CB3071-D555-47DA-A36A-69EB91531FD8}" srcOrd="0" destOrd="0" presId="urn:microsoft.com/office/officeart/2008/layout/VerticalCurvedList"/>
    <dgm:cxn modelId="{AA2BFBDD-0680-4E55-93A0-F1AF8AE42767}" type="presParOf" srcId="{90561C55-3C6E-4D53-85E1-2C50BCDDA392}" destId="{BEA349B1-570C-48F6-855B-A2F13A2440AD}" srcOrd="9" destOrd="0" presId="urn:microsoft.com/office/officeart/2008/layout/VerticalCurvedList"/>
    <dgm:cxn modelId="{D99D32FF-896B-4D7B-AD68-F5A1A3E93E05}" type="presParOf" srcId="{90561C55-3C6E-4D53-85E1-2C50BCDDA392}" destId="{8100EA29-00C1-45F5-AAD2-505185F09CF5}" srcOrd="10" destOrd="0" presId="urn:microsoft.com/office/officeart/2008/layout/VerticalCurvedList"/>
    <dgm:cxn modelId="{7C7DC344-AF42-4CB2-AE32-AD7C16AE62F8}" type="presParOf" srcId="{8100EA29-00C1-45F5-AAD2-505185F09CF5}" destId="{3F8116AC-FAC3-4E95-9865-93CCFEB191B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05B195-4595-463B-96F8-29DD3CF79B0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1CD135-1EB0-4CE0-A6B8-643925060E94}">
      <dgm:prSet/>
      <dgm:spPr/>
      <dgm:t>
        <a:bodyPr/>
        <a:lstStyle/>
        <a:p>
          <a:r>
            <a:rPr lang="fr-FR"/>
            <a:t>Logistic Regression   acc : 0.7385           f1: 0.5161</a:t>
          </a:r>
          <a:endParaRPr lang="en-US"/>
        </a:p>
      </dgm:t>
    </dgm:pt>
    <dgm:pt modelId="{8779A00B-ED95-4E88-A470-1A43C49721BC}" type="parTrans" cxnId="{2705B97D-4B20-4490-A0E6-034D54295B97}">
      <dgm:prSet/>
      <dgm:spPr/>
      <dgm:t>
        <a:bodyPr/>
        <a:lstStyle/>
        <a:p>
          <a:endParaRPr lang="en-US"/>
        </a:p>
      </dgm:t>
    </dgm:pt>
    <dgm:pt modelId="{9651413C-DC6D-4F8E-9339-7520C4CBF9AB}" type="sibTrans" cxnId="{2705B97D-4B20-4490-A0E6-034D54295B97}">
      <dgm:prSet/>
      <dgm:spPr/>
      <dgm:t>
        <a:bodyPr/>
        <a:lstStyle/>
        <a:p>
          <a:endParaRPr lang="en-US"/>
        </a:p>
      </dgm:t>
    </dgm:pt>
    <dgm:pt modelId="{F7C5212F-5726-442E-8E7C-B3591AA23AC6}">
      <dgm:prSet/>
      <dgm:spPr/>
      <dgm:t>
        <a:bodyPr/>
        <a:lstStyle/>
        <a:p>
          <a:r>
            <a:rPr lang="fr-FR"/>
            <a:t>Random Forest    acc : 0.8279              f1: 0.5714</a:t>
          </a:r>
          <a:endParaRPr lang="en-US"/>
        </a:p>
      </dgm:t>
    </dgm:pt>
    <dgm:pt modelId="{9A252972-184C-46E0-941E-6E5E5AAD5455}" type="parTrans" cxnId="{D7400C8F-00EE-4343-919F-AEBD3D9AF608}">
      <dgm:prSet/>
      <dgm:spPr/>
      <dgm:t>
        <a:bodyPr/>
        <a:lstStyle/>
        <a:p>
          <a:endParaRPr lang="en-US"/>
        </a:p>
      </dgm:t>
    </dgm:pt>
    <dgm:pt modelId="{EA3BB9AB-27F3-450D-86B6-0373A792F5A1}" type="sibTrans" cxnId="{D7400C8F-00EE-4343-919F-AEBD3D9AF608}">
      <dgm:prSet/>
      <dgm:spPr/>
      <dgm:t>
        <a:bodyPr/>
        <a:lstStyle/>
        <a:p>
          <a:endParaRPr lang="en-US"/>
        </a:p>
      </dgm:t>
    </dgm:pt>
    <dgm:pt modelId="{6DBFB021-A5BD-4B9F-AE0A-9E65AE28DE5A}">
      <dgm:prSet/>
      <dgm:spPr/>
      <dgm:t>
        <a:bodyPr/>
        <a:lstStyle/>
        <a:p>
          <a:r>
            <a:rPr lang="fr-FR"/>
            <a:t>XGBoost      acc : 0.7859                   f1: 0.5517</a:t>
          </a:r>
          <a:endParaRPr lang="en-US"/>
        </a:p>
      </dgm:t>
    </dgm:pt>
    <dgm:pt modelId="{01FF5CB9-C0A6-486C-BFD8-B5F77BD61A0E}" type="parTrans" cxnId="{764BC62E-AD0C-41A9-93DA-B77839CA6822}">
      <dgm:prSet/>
      <dgm:spPr/>
      <dgm:t>
        <a:bodyPr/>
        <a:lstStyle/>
        <a:p>
          <a:endParaRPr lang="en-US"/>
        </a:p>
      </dgm:t>
    </dgm:pt>
    <dgm:pt modelId="{60612FF8-0D8F-4880-9443-E51EDF361CFF}" type="sibTrans" cxnId="{764BC62E-AD0C-41A9-93DA-B77839CA6822}">
      <dgm:prSet/>
      <dgm:spPr/>
      <dgm:t>
        <a:bodyPr/>
        <a:lstStyle/>
        <a:p>
          <a:endParaRPr lang="en-US"/>
        </a:p>
      </dgm:t>
    </dgm:pt>
    <dgm:pt modelId="{9EAB5BA6-58AC-4973-B6D3-4F763A348529}" type="pres">
      <dgm:prSet presAssocID="{FA05B195-4595-463B-96F8-29DD3CF79B03}" presName="root" presStyleCnt="0">
        <dgm:presLayoutVars>
          <dgm:dir/>
          <dgm:resizeHandles val="exact"/>
        </dgm:presLayoutVars>
      </dgm:prSet>
      <dgm:spPr/>
    </dgm:pt>
    <dgm:pt modelId="{6A843DAE-7117-4B81-A9A6-B4A1AAC3F938}" type="pres">
      <dgm:prSet presAssocID="{D81CD135-1EB0-4CE0-A6B8-643925060E94}" presName="compNode" presStyleCnt="0"/>
      <dgm:spPr/>
    </dgm:pt>
    <dgm:pt modelId="{53004C73-F519-42E3-B760-C5743EB91712}" type="pres">
      <dgm:prSet presAssocID="{D81CD135-1EB0-4CE0-A6B8-643925060E94}" presName="bgRect" presStyleLbl="bgShp" presStyleIdx="0" presStyleCnt="3" custLinFactNeighborY="2611"/>
      <dgm:spPr/>
    </dgm:pt>
    <dgm:pt modelId="{AB3F8293-520D-432B-BD3A-DC6504A5A20C}" type="pres">
      <dgm:prSet presAssocID="{D81CD135-1EB0-4CE0-A6B8-643925060E94}" presName="iconRect" presStyleLbl="node1" presStyleIdx="0" presStyleCnt="3"/>
      <dgm:spPr>
        <a:ln>
          <a:noFill/>
        </a:ln>
      </dgm:spPr>
    </dgm:pt>
    <dgm:pt modelId="{51E928FB-8DE0-4A2F-AD04-FE3E179F59A1}" type="pres">
      <dgm:prSet presAssocID="{D81CD135-1EB0-4CE0-A6B8-643925060E94}" presName="spaceRect" presStyleCnt="0"/>
      <dgm:spPr/>
    </dgm:pt>
    <dgm:pt modelId="{FC2AC83B-52B9-47FA-93A8-1D4E5BA58F9B}" type="pres">
      <dgm:prSet presAssocID="{D81CD135-1EB0-4CE0-A6B8-643925060E94}" presName="parTx" presStyleLbl="revTx" presStyleIdx="0" presStyleCnt="3">
        <dgm:presLayoutVars>
          <dgm:chMax val="0"/>
          <dgm:chPref val="0"/>
        </dgm:presLayoutVars>
      </dgm:prSet>
      <dgm:spPr/>
    </dgm:pt>
    <dgm:pt modelId="{3530F22D-305E-40F0-B800-ABE54286A617}" type="pres">
      <dgm:prSet presAssocID="{9651413C-DC6D-4F8E-9339-7520C4CBF9AB}" presName="sibTrans" presStyleCnt="0"/>
      <dgm:spPr/>
    </dgm:pt>
    <dgm:pt modelId="{E94CB12E-684A-4327-AC63-56043684875D}" type="pres">
      <dgm:prSet presAssocID="{F7C5212F-5726-442E-8E7C-B3591AA23AC6}" presName="compNode" presStyleCnt="0"/>
      <dgm:spPr/>
    </dgm:pt>
    <dgm:pt modelId="{F4983900-1D49-4C10-802B-7A482B2B7A10}" type="pres">
      <dgm:prSet presAssocID="{F7C5212F-5726-442E-8E7C-B3591AA23AC6}" presName="bgRect" presStyleLbl="bgShp" presStyleIdx="1" presStyleCnt="3"/>
      <dgm:spPr/>
    </dgm:pt>
    <dgm:pt modelId="{50EB020A-B907-4995-880B-69BB8D6580A8}" type="pres">
      <dgm:prSet presAssocID="{F7C5212F-5726-442E-8E7C-B3591AA23AC6}" presName="iconRect" presStyleLbl="node1" presStyleIdx="1" presStyleCnt="3" custLinFactNeighborX="-5651" custLinFactNeighborY="13186"/>
      <dgm:spPr>
        <a:ln>
          <a:noFill/>
        </a:ln>
      </dgm:spPr>
    </dgm:pt>
    <dgm:pt modelId="{3A1D1413-8DBE-49C7-9DE0-77B672A66C5E}" type="pres">
      <dgm:prSet presAssocID="{F7C5212F-5726-442E-8E7C-B3591AA23AC6}" presName="spaceRect" presStyleCnt="0"/>
      <dgm:spPr/>
    </dgm:pt>
    <dgm:pt modelId="{1D89BFEA-257A-411D-824D-5835E883D4D1}" type="pres">
      <dgm:prSet presAssocID="{F7C5212F-5726-442E-8E7C-B3591AA23AC6}" presName="parTx" presStyleLbl="revTx" presStyleIdx="1" presStyleCnt="3">
        <dgm:presLayoutVars>
          <dgm:chMax val="0"/>
          <dgm:chPref val="0"/>
        </dgm:presLayoutVars>
      </dgm:prSet>
      <dgm:spPr/>
    </dgm:pt>
    <dgm:pt modelId="{6DDE0915-1828-4F51-8FB2-5FF6468F0372}" type="pres">
      <dgm:prSet presAssocID="{EA3BB9AB-27F3-450D-86B6-0373A792F5A1}" presName="sibTrans" presStyleCnt="0"/>
      <dgm:spPr/>
    </dgm:pt>
    <dgm:pt modelId="{E93255D8-FE98-49BC-991C-7D091C5FB2D0}" type="pres">
      <dgm:prSet presAssocID="{6DBFB021-A5BD-4B9F-AE0A-9E65AE28DE5A}" presName="compNode" presStyleCnt="0"/>
      <dgm:spPr/>
    </dgm:pt>
    <dgm:pt modelId="{E435A1E2-B16D-496E-95C8-A059E24401E7}" type="pres">
      <dgm:prSet presAssocID="{6DBFB021-A5BD-4B9F-AE0A-9E65AE28DE5A}" presName="bgRect" presStyleLbl="bgShp" presStyleIdx="2" presStyleCnt="3"/>
      <dgm:spPr/>
    </dgm:pt>
    <dgm:pt modelId="{685ACD52-BFF5-43C2-B45D-3160216B9F1B}" type="pres">
      <dgm:prSet presAssocID="{6DBFB021-A5BD-4B9F-AE0A-9E65AE28DE5A}" presName="iconRect" presStyleLbl="node1" presStyleIdx="2" presStyleCnt="3"/>
      <dgm:spPr>
        <a:ln>
          <a:noFill/>
        </a:ln>
      </dgm:spPr>
    </dgm:pt>
    <dgm:pt modelId="{95D0BAAB-D981-4D64-A277-A035EB258D41}" type="pres">
      <dgm:prSet presAssocID="{6DBFB021-A5BD-4B9F-AE0A-9E65AE28DE5A}" presName="spaceRect" presStyleCnt="0"/>
      <dgm:spPr/>
    </dgm:pt>
    <dgm:pt modelId="{32A5371B-19E1-4A41-97D0-BD75E6E16B89}" type="pres">
      <dgm:prSet presAssocID="{6DBFB021-A5BD-4B9F-AE0A-9E65AE28DE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A74BD07-8FF8-4A21-8355-7EC87FC95721}" type="presOf" srcId="{F7C5212F-5726-442E-8E7C-B3591AA23AC6}" destId="{1D89BFEA-257A-411D-824D-5835E883D4D1}" srcOrd="0" destOrd="0" presId="urn:microsoft.com/office/officeart/2018/2/layout/IconVerticalSolidList"/>
    <dgm:cxn modelId="{764BC62E-AD0C-41A9-93DA-B77839CA6822}" srcId="{FA05B195-4595-463B-96F8-29DD3CF79B03}" destId="{6DBFB021-A5BD-4B9F-AE0A-9E65AE28DE5A}" srcOrd="2" destOrd="0" parTransId="{01FF5CB9-C0A6-486C-BFD8-B5F77BD61A0E}" sibTransId="{60612FF8-0D8F-4880-9443-E51EDF361CFF}"/>
    <dgm:cxn modelId="{2705B97D-4B20-4490-A0E6-034D54295B97}" srcId="{FA05B195-4595-463B-96F8-29DD3CF79B03}" destId="{D81CD135-1EB0-4CE0-A6B8-643925060E94}" srcOrd="0" destOrd="0" parTransId="{8779A00B-ED95-4E88-A470-1A43C49721BC}" sibTransId="{9651413C-DC6D-4F8E-9339-7520C4CBF9AB}"/>
    <dgm:cxn modelId="{D7400C8F-00EE-4343-919F-AEBD3D9AF608}" srcId="{FA05B195-4595-463B-96F8-29DD3CF79B03}" destId="{F7C5212F-5726-442E-8E7C-B3591AA23AC6}" srcOrd="1" destOrd="0" parTransId="{9A252972-184C-46E0-941E-6E5E5AAD5455}" sibTransId="{EA3BB9AB-27F3-450D-86B6-0373A792F5A1}"/>
    <dgm:cxn modelId="{4EE660B3-83CD-4AA4-9FC3-2C47B0536B42}" type="presOf" srcId="{6DBFB021-A5BD-4B9F-AE0A-9E65AE28DE5A}" destId="{32A5371B-19E1-4A41-97D0-BD75E6E16B89}" srcOrd="0" destOrd="0" presId="urn:microsoft.com/office/officeart/2018/2/layout/IconVerticalSolidList"/>
    <dgm:cxn modelId="{7FF54ADE-17BB-4BF1-9574-1BB346FC9B8D}" type="presOf" srcId="{D81CD135-1EB0-4CE0-A6B8-643925060E94}" destId="{FC2AC83B-52B9-47FA-93A8-1D4E5BA58F9B}" srcOrd="0" destOrd="0" presId="urn:microsoft.com/office/officeart/2018/2/layout/IconVerticalSolidList"/>
    <dgm:cxn modelId="{A40A8DF6-5552-4FDB-8719-8F08F5FF27C3}" type="presOf" srcId="{FA05B195-4595-463B-96F8-29DD3CF79B03}" destId="{9EAB5BA6-58AC-4973-B6D3-4F763A348529}" srcOrd="0" destOrd="0" presId="urn:microsoft.com/office/officeart/2018/2/layout/IconVerticalSolidList"/>
    <dgm:cxn modelId="{17D01D28-D4E9-45F7-A7B1-EA140507EE2E}" type="presParOf" srcId="{9EAB5BA6-58AC-4973-B6D3-4F763A348529}" destId="{6A843DAE-7117-4B81-A9A6-B4A1AAC3F938}" srcOrd="0" destOrd="0" presId="urn:microsoft.com/office/officeart/2018/2/layout/IconVerticalSolidList"/>
    <dgm:cxn modelId="{14A43EA1-444D-4D0D-8EAA-9E401DDDF521}" type="presParOf" srcId="{6A843DAE-7117-4B81-A9A6-B4A1AAC3F938}" destId="{53004C73-F519-42E3-B760-C5743EB91712}" srcOrd="0" destOrd="0" presId="urn:microsoft.com/office/officeart/2018/2/layout/IconVerticalSolidList"/>
    <dgm:cxn modelId="{3A0D78F7-86E2-4A61-88A5-AE4EB906E4BF}" type="presParOf" srcId="{6A843DAE-7117-4B81-A9A6-B4A1AAC3F938}" destId="{AB3F8293-520D-432B-BD3A-DC6504A5A20C}" srcOrd="1" destOrd="0" presId="urn:microsoft.com/office/officeart/2018/2/layout/IconVerticalSolidList"/>
    <dgm:cxn modelId="{654CF7BB-BE2C-4D0D-B4F0-F674849FF613}" type="presParOf" srcId="{6A843DAE-7117-4B81-A9A6-B4A1AAC3F938}" destId="{51E928FB-8DE0-4A2F-AD04-FE3E179F59A1}" srcOrd="2" destOrd="0" presId="urn:microsoft.com/office/officeart/2018/2/layout/IconVerticalSolidList"/>
    <dgm:cxn modelId="{BF3F26C5-4F9F-4050-A11E-F4A36B85E0D6}" type="presParOf" srcId="{6A843DAE-7117-4B81-A9A6-B4A1AAC3F938}" destId="{FC2AC83B-52B9-47FA-93A8-1D4E5BA58F9B}" srcOrd="3" destOrd="0" presId="urn:microsoft.com/office/officeart/2018/2/layout/IconVerticalSolidList"/>
    <dgm:cxn modelId="{6ECCF9CD-B5DB-4D76-BDC0-7F19497610A9}" type="presParOf" srcId="{9EAB5BA6-58AC-4973-B6D3-4F763A348529}" destId="{3530F22D-305E-40F0-B800-ABE54286A617}" srcOrd="1" destOrd="0" presId="urn:microsoft.com/office/officeart/2018/2/layout/IconVerticalSolidList"/>
    <dgm:cxn modelId="{AEA67185-793D-422E-A1E3-78718BD114FE}" type="presParOf" srcId="{9EAB5BA6-58AC-4973-B6D3-4F763A348529}" destId="{E94CB12E-684A-4327-AC63-56043684875D}" srcOrd="2" destOrd="0" presId="urn:microsoft.com/office/officeart/2018/2/layout/IconVerticalSolidList"/>
    <dgm:cxn modelId="{3206E0F0-F75B-40F3-8416-68CFA1846D53}" type="presParOf" srcId="{E94CB12E-684A-4327-AC63-56043684875D}" destId="{F4983900-1D49-4C10-802B-7A482B2B7A10}" srcOrd="0" destOrd="0" presId="urn:microsoft.com/office/officeart/2018/2/layout/IconVerticalSolidList"/>
    <dgm:cxn modelId="{DB43DDCE-7D88-48F2-9032-3A0123F0F70C}" type="presParOf" srcId="{E94CB12E-684A-4327-AC63-56043684875D}" destId="{50EB020A-B907-4995-880B-69BB8D6580A8}" srcOrd="1" destOrd="0" presId="urn:microsoft.com/office/officeart/2018/2/layout/IconVerticalSolidList"/>
    <dgm:cxn modelId="{09C57077-6232-4D52-AA70-32F8EDB18362}" type="presParOf" srcId="{E94CB12E-684A-4327-AC63-56043684875D}" destId="{3A1D1413-8DBE-49C7-9DE0-77B672A66C5E}" srcOrd="2" destOrd="0" presId="urn:microsoft.com/office/officeart/2018/2/layout/IconVerticalSolidList"/>
    <dgm:cxn modelId="{AD2518D5-6CD1-4D00-8D24-6F1B502F2826}" type="presParOf" srcId="{E94CB12E-684A-4327-AC63-56043684875D}" destId="{1D89BFEA-257A-411D-824D-5835E883D4D1}" srcOrd="3" destOrd="0" presId="urn:microsoft.com/office/officeart/2018/2/layout/IconVerticalSolidList"/>
    <dgm:cxn modelId="{852246C7-A16F-46FC-AB45-8AFDFE1FFB95}" type="presParOf" srcId="{9EAB5BA6-58AC-4973-B6D3-4F763A348529}" destId="{6DDE0915-1828-4F51-8FB2-5FF6468F0372}" srcOrd="3" destOrd="0" presId="urn:microsoft.com/office/officeart/2018/2/layout/IconVerticalSolidList"/>
    <dgm:cxn modelId="{2D86A4B7-8211-4311-B102-F6D0EAA324FC}" type="presParOf" srcId="{9EAB5BA6-58AC-4973-B6D3-4F763A348529}" destId="{E93255D8-FE98-49BC-991C-7D091C5FB2D0}" srcOrd="4" destOrd="0" presId="urn:microsoft.com/office/officeart/2018/2/layout/IconVerticalSolidList"/>
    <dgm:cxn modelId="{7CE7E3E5-1BFE-4783-A326-AA678357DE27}" type="presParOf" srcId="{E93255D8-FE98-49BC-991C-7D091C5FB2D0}" destId="{E435A1E2-B16D-496E-95C8-A059E24401E7}" srcOrd="0" destOrd="0" presId="urn:microsoft.com/office/officeart/2018/2/layout/IconVerticalSolidList"/>
    <dgm:cxn modelId="{30448A23-E451-49A9-9D75-171E6101AAD0}" type="presParOf" srcId="{E93255D8-FE98-49BC-991C-7D091C5FB2D0}" destId="{685ACD52-BFF5-43C2-B45D-3160216B9F1B}" srcOrd="1" destOrd="0" presId="urn:microsoft.com/office/officeart/2018/2/layout/IconVerticalSolidList"/>
    <dgm:cxn modelId="{13FF2B4C-0288-49E9-9034-029300E786FF}" type="presParOf" srcId="{E93255D8-FE98-49BC-991C-7D091C5FB2D0}" destId="{95D0BAAB-D981-4D64-A277-A035EB258D41}" srcOrd="2" destOrd="0" presId="urn:microsoft.com/office/officeart/2018/2/layout/IconVerticalSolidList"/>
    <dgm:cxn modelId="{9576447E-2459-4F6E-AA88-DBE57973A605}" type="presParOf" srcId="{E93255D8-FE98-49BC-991C-7D091C5FB2D0}" destId="{32A5371B-19E1-4A41-97D0-BD75E6E16B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58E76-8AA3-4111-BC94-2D61999507B3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Discuss and choose the themes</a:t>
          </a:r>
          <a:endParaRPr lang="fr-FR" sz="2200" kern="1200" noProof="0" dirty="0"/>
        </a:p>
      </dsp:txBody>
      <dsp:txXfrm>
        <a:off x="338329" y="222674"/>
        <a:ext cx="6468629" cy="445634"/>
      </dsp:txXfrm>
    </dsp:sp>
    <dsp:sp modelId="{A965097E-32F1-4AB8-8C4E-2814A7596B2F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7B1F6-09EB-4644-9F06-D45DB51A28C4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Data clean up</a:t>
          </a:r>
        </a:p>
      </dsp:txBody>
      <dsp:txXfrm>
        <a:off x="657658" y="890913"/>
        <a:ext cx="6149301" cy="445634"/>
      </dsp:txXfrm>
    </dsp:sp>
    <dsp:sp modelId="{CCD8F85F-0D93-4AAB-B481-1CA87A18A7FE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A060E-BBDD-4BA0-B44B-FCE4E3093BEF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Modèle training</a:t>
          </a:r>
        </a:p>
      </dsp:txBody>
      <dsp:txXfrm>
        <a:off x="755666" y="1559151"/>
        <a:ext cx="6051292" cy="445634"/>
      </dsp:txXfrm>
    </dsp:sp>
    <dsp:sp modelId="{7426D73D-C013-498D-99E7-F7D92BAE3125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36AE5-7FF3-4C22-8FB4-CF4F79AFF85C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noProof="0" dirty="0" err="1"/>
            <a:t>Add</a:t>
          </a:r>
          <a:r>
            <a:rPr lang="fr-FR" sz="2200" kern="1200" noProof="0" dirty="0"/>
            <a:t> an LLM</a:t>
          </a:r>
        </a:p>
      </dsp:txBody>
      <dsp:txXfrm>
        <a:off x="657658" y="2227389"/>
        <a:ext cx="6149301" cy="445634"/>
      </dsp:txXfrm>
    </dsp:sp>
    <dsp:sp modelId="{07CB3071-D555-47DA-A36A-69EB91531FD8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349B1-570C-48F6-855B-A2F13A2440AD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5880" rIns="55880" bIns="55880" numCol="1" spcCol="1270" rtlCol="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noProof="0" dirty="0" err="1"/>
            <a:t>Build</a:t>
          </a:r>
          <a:r>
            <a:rPr lang="fr-FR" sz="2200" kern="1200" noProof="0" dirty="0"/>
            <a:t> a </a:t>
          </a:r>
          <a:r>
            <a:rPr lang="fr-FR" sz="2200" kern="1200" noProof="0" dirty="0" err="1"/>
            <a:t>website</a:t>
          </a:r>
          <a:endParaRPr lang="fr-FR" sz="2200" kern="1200" noProof="0" dirty="0"/>
        </a:p>
      </dsp:txBody>
      <dsp:txXfrm>
        <a:off x="338329" y="2895628"/>
        <a:ext cx="6468629" cy="445634"/>
      </dsp:txXfrm>
    </dsp:sp>
    <dsp:sp modelId="{3F8116AC-FAC3-4E95-9865-93CCFEB191B9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04C73-F519-42E3-B760-C5743EB91712}">
      <dsp:nvSpPr>
        <dsp:cNvPr id="0" name=""/>
        <dsp:cNvSpPr/>
      </dsp:nvSpPr>
      <dsp:spPr>
        <a:xfrm>
          <a:off x="0" y="27882"/>
          <a:ext cx="11029615" cy="1050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F8293-520D-432B-BD3A-DC6504A5A20C}">
      <dsp:nvSpPr>
        <dsp:cNvPr id="0" name=""/>
        <dsp:cNvSpPr/>
      </dsp:nvSpPr>
      <dsp:spPr>
        <a:xfrm>
          <a:off x="317832" y="236853"/>
          <a:ext cx="577877" cy="577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AC83B-52B9-47FA-93A8-1D4E5BA58F9B}">
      <dsp:nvSpPr>
        <dsp:cNvPr id="0" name=""/>
        <dsp:cNvSpPr/>
      </dsp:nvSpPr>
      <dsp:spPr>
        <a:xfrm>
          <a:off x="1213543" y="449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Logistic Regression   acc : 0.7385           f1: 0.5161</a:t>
          </a:r>
          <a:endParaRPr lang="en-US" sz="2500" kern="1200"/>
        </a:p>
      </dsp:txBody>
      <dsp:txXfrm>
        <a:off x="1213543" y="449"/>
        <a:ext cx="9816071" cy="1050687"/>
      </dsp:txXfrm>
    </dsp:sp>
    <dsp:sp modelId="{F4983900-1D49-4C10-802B-7A482B2B7A10}">
      <dsp:nvSpPr>
        <dsp:cNvPr id="0" name=""/>
        <dsp:cNvSpPr/>
      </dsp:nvSpPr>
      <dsp:spPr>
        <a:xfrm>
          <a:off x="0" y="1313807"/>
          <a:ext cx="11029615" cy="1050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B020A-B907-4995-880B-69BB8D6580A8}">
      <dsp:nvSpPr>
        <dsp:cNvPr id="0" name=""/>
        <dsp:cNvSpPr/>
      </dsp:nvSpPr>
      <dsp:spPr>
        <a:xfrm>
          <a:off x="285176" y="1626411"/>
          <a:ext cx="577877" cy="577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9BFEA-257A-411D-824D-5835E883D4D1}">
      <dsp:nvSpPr>
        <dsp:cNvPr id="0" name=""/>
        <dsp:cNvSpPr/>
      </dsp:nvSpPr>
      <dsp:spPr>
        <a:xfrm>
          <a:off x="1213543" y="1313807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Random Forest    acc : 0.8279              f1: 0.5714</a:t>
          </a:r>
          <a:endParaRPr lang="en-US" sz="2500" kern="1200"/>
        </a:p>
      </dsp:txBody>
      <dsp:txXfrm>
        <a:off x="1213543" y="1313807"/>
        <a:ext cx="9816071" cy="1050687"/>
      </dsp:txXfrm>
    </dsp:sp>
    <dsp:sp modelId="{E435A1E2-B16D-496E-95C8-A059E24401E7}">
      <dsp:nvSpPr>
        <dsp:cNvPr id="0" name=""/>
        <dsp:cNvSpPr/>
      </dsp:nvSpPr>
      <dsp:spPr>
        <a:xfrm>
          <a:off x="0" y="2627166"/>
          <a:ext cx="11029615" cy="10506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5ACD52-BFF5-43C2-B45D-3160216B9F1B}">
      <dsp:nvSpPr>
        <dsp:cNvPr id="0" name=""/>
        <dsp:cNvSpPr/>
      </dsp:nvSpPr>
      <dsp:spPr>
        <a:xfrm>
          <a:off x="317832" y="2863571"/>
          <a:ext cx="577877" cy="577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5371B-19E1-4A41-97D0-BD75E6E16B89}">
      <dsp:nvSpPr>
        <dsp:cNvPr id="0" name=""/>
        <dsp:cNvSpPr/>
      </dsp:nvSpPr>
      <dsp:spPr>
        <a:xfrm>
          <a:off x="1213543" y="2627166"/>
          <a:ext cx="9816071" cy="105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198" tIns="111198" rIns="111198" bIns="11119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XGBoost      acc : 0.7859                   f1: 0.5517</a:t>
          </a:r>
          <a:endParaRPr lang="en-US" sz="2500" kern="1200"/>
        </a:p>
      </dsp:txBody>
      <dsp:txXfrm>
        <a:off x="1213543" y="2627166"/>
        <a:ext cx="9816071" cy="1050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367168-A7C3-4A51-ACFE-4D76B720982F}" type="datetime1">
              <a:rPr lang="fr-FR" smtClean="0"/>
              <a:t>17/03/2026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B4F1169-1988-463B-A52C-EF5C9A50040C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F3B20A7-A3FE-46B9-84EA-B4257BA7E60C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B34D2F-0B02-482E-ABD2-95D8C2FF2A58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26ECFBB-4871-428F-B4AE-1EF357E63674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517F14-0D9C-452E-A596-36902551AE9C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BF800-A62B-4735-B9A7-5450007C0A78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267E0-A979-4430-94B4-54611641D8EE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8A73B6-B077-488D-82CF-3056D5BAC73E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8F108A3-3495-404B-9869-1BA62DF0E465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B550F6-4238-41AE-B6F4-4D375745C983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5E3FBB-57D2-4FB3-B51E-0FDE8CEE6791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E9F9435-70D7-42BA-8564-5EC34B97B69E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BBB97F02-5EDD-4BF6-BE41-AB41D1FEABF8}" type="datetime1">
              <a:rPr lang="fr-FR" noProof="0" smtClean="0"/>
              <a:t>17/03/2026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 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7" name="Image 6" descr="Connexions numériqu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5" y="4424510"/>
            <a:ext cx="10993549" cy="895244"/>
          </a:xfrm>
        </p:spPr>
        <p:txBody>
          <a:bodyPr rtlCol="0">
            <a:noAutofit/>
          </a:bodyPr>
          <a:lstStyle/>
          <a:p>
            <a:r>
              <a:rPr lang="fr-FR" sz="4000" b="0" i="0" u="none" strike="noStrike" cap="all" dirty="0">
                <a:solidFill>
                  <a:srgbClr val="FFFFFF"/>
                </a:solidFill>
                <a:effectLst/>
                <a:latin typeface="Univers Condensed" panose="020B0506020202050204" pitchFamily="34" charset="0"/>
              </a:rPr>
              <a:t>HACKATON </a:t>
            </a:r>
            <a:r>
              <a:rPr lang="fr-FR" sz="4000" b="0" i="0" dirty="0">
                <a:solidFill>
                  <a:srgbClr val="000000"/>
                </a:solidFill>
                <a:effectLst/>
                <a:latin typeface="Univers Condensed" panose="020B0506020202050204" pitchFamily="34" charset="0"/>
              </a:rPr>
              <a:t>​</a:t>
            </a:r>
            <a:r>
              <a:rPr lang="fr-FR" sz="4000" b="0" i="0" u="none" strike="noStrike" cap="all" dirty="0">
                <a:solidFill>
                  <a:srgbClr val="FFFFFF"/>
                </a:solidFill>
                <a:effectLst/>
                <a:latin typeface="Univers Condensed" panose="020B0506020202050204" pitchFamily="34" charset="0"/>
              </a:rPr>
              <a:t>CAPGEMINI</a:t>
            </a:r>
            <a:r>
              <a:rPr lang="fr-FR" sz="4000" b="0" i="0" dirty="0">
                <a:solidFill>
                  <a:srgbClr val="000000"/>
                </a:solidFill>
                <a:effectLst/>
                <a:latin typeface="Univers Condensed" panose="020B0506020202050204" pitchFamily="34" charset="0"/>
              </a:rPr>
              <a:t>​ </a:t>
            </a:r>
            <a:r>
              <a:rPr lang="fr-FR" sz="4000" b="0" i="0" u="none" strike="noStrike" cap="all" dirty="0">
                <a:solidFill>
                  <a:srgbClr val="FFFFFF"/>
                </a:solidFill>
                <a:effectLst/>
                <a:latin typeface="Univers Condensed" panose="020B0506020202050204" pitchFamily="34" charset="0"/>
              </a:rPr>
              <a:t>16/03-17/03</a:t>
            </a:r>
            <a:r>
              <a:rPr lang="fr-FR" sz="4000" b="0" i="0" dirty="0">
                <a:solidFill>
                  <a:srgbClr val="000000"/>
                </a:solidFill>
                <a:effectLst/>
                <a:latin typeface="Univers Condensed" panose="020B0506020202050204" pitchFamily="34" charset="0"/>
              </a:rPr>
              <a:t>​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 fontScale="25000" lnSpcReduction="20000"/>
          </a:bodyPr>
          <a:lstStyle/>
          <a:p>
            <a:pPr fontAlgn="base"/>
            <a:r>
              <a:rPr lang="fr-FR" sz="3400" dirty="0">
                <a:solidFill>
                  <a:schemeClr val="bg1"/>
                </a:solidFill>
                <a:latin typeface="Aptos Serif" panose="020B0502040204020203" pitchFamily="18" charset="0"/>
                <a:cs typeface="Aptos Serif" panose="020B0502040204020203" pitchFamily="18" charset="0"/>
              </a:rPr>
              <a:t>Team 17 :</a:t>
            </a:r>
            <a:r>
              <a:rPr lang="en-US" sz="3400" dirty="0">
                <a:solidFill>
                  <a:schemeClr val="bg1"/>
                </a:solidFill>
                <a:latin typeface="Aptos Serif" panose="020B0502040204020203" pitchFamily="18" charset="0"/>
                <a:cs typeface="Aptos Serif" panose="020B0502040204020203" pitchFamily="18" charset="0"/>
              </a:rPr>
              <a:t>​</a:t>
            </a:r>
          </a:p>
          <a:p>
            <a:pPr fontAlgn="base"/>
            <a:r>
              <a:rPr lang="fr-FR" sz="3400" dirty="0">
                <a:solidFill>
                  <a:schemeClr val="bg1"/>
                </a:solidFill>
                <a:latin typeface="Aptos Serif" panose="020B0502040204020203" pitchFamily="18" charset="0"/>
                <a:cs typeface="Aptos Serif" panose="020B0502040204020203" pitchFamily="18" charset="0"/>
              </a:rPr>
              <a:t>GOETGHEBEUR Alexandre, ALI Muhammad, LEBRETON Gaspard, POINTEAU Adrien, TEPLOV Michael </a:t>
            </a:r>
            <a:endParaRPr lang="en-US" sz="3400" dirty="0">
              <a:solidFill>
                <a:schemeClr val="bg1"/>
              </a:solidFill>
              <a:latin typeface="Aptos Serif" panose="020B0502040204020203" pitchFamily="18" charset="0"/>
              <a:cs typeface="Aptos Serif" panose="020B0502040204020203" pitchFamily="18" charset="0"/>
            </a:endParaRPr>
          </a:p>
          <a:p>
            <a:pPr rtl="0"/>
            <a:endParaRPr lang="fr-FR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 anchor="b">
            <a:normAutofit/>
          </a:bodyPr>
          <a:lstStyle/>
          <a:p>
            <a:r>
              <a:rPr lang="en-US" dirty="0"/>
              <a:t>How can we help </a:t>
            </a:r>
            <a:r>
              <a:rPr lang="en-US" dirty="0" err="1"/>
              <a:t>hr</a:t>
            </a:r>
            <a:r>
              <a:rPr lang="en-US" dirty="0"/>
              <a:t> to understand why employees are leaving and help them maintain better attractivity ?​</a:t>
            </a:r>
            <a:endParaRPr lang="fr-FR"/>
          </a:p>
        </p:txBody>
      </p:sp>
      <p:pic>
        <p:nvPicPr>
          <p:cNvPr id="1026" name="Picture 2" descr="Tout savoir sur les Ressources Humaines">
            <a:extLst>
              <a:ext uri="{FF2B5EF4-FFF2-40B4-BE49-F238E27FC236}">
                <a16:creationId xmlns:a16="http://schemas.microsoft.com/office/drawing/2014/main" id="{7E243550-833F-1548-873D-1AA21EE04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7" b="40710"/>
          <a:stretch>
            <a:fillRect/>
          </a:stretch>
        </p:blipFill>
        <p:spPr bwMode="auto">
          <a:xfrm>
            <a:off x="581192" y="2180496"/>
            <a:ext cx="11029615" cy="367830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 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8" name="Espace réservé du contenu 4" descr="Valeurs numériqu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 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fr-FR" dirty="0"/>
              <a:t>Plan</a:t>
            </a:r>
          </a:p>
        </p:txBody>
      </p:sp>
      <p:graphicFrame>
        <p:nvGraphicFramePr>
          <p:cNvPr id="6" name="Espace réservé du contenu 5" descr="Graphique 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691181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935DA-1320-241E-0BF4-6789D1E7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and choose the themes</a:t>
            </a:r>
            <a:br>
              <a:rPr lang="fr-FR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F17CAB7-266C-3E4B-86A2-670E2A316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451" y="2181225"/>
            <a:ext cx="10403097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9747E-BDC9-D388-27E2-FD4E7908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clean up</a:t>
            </a:r>
            <a:br>
              <a:rPr lang="fr-FR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B2F5189-053D-A486-ED95-4139E487C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8887" y="1920738"/>
            <a:ext cx="5917897" cy="443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8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7CD6D-27B2-5B26-7D57-B07BBB3E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fr-FR" dirty="0"/>
              <a:t>Modèle training</a:t>
            </a:r>
            <a:br>
              <a:rPr lang="fr-FR" dirty="0"/>
            </a:b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82AF5D1-7B5B-5B97-B897-65177B780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06701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99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CA4638-EA19-6F05-1B2D-4F720217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fr-FR" dirty="0" err="1"/>
              <a:t>Add</a:t>
            </a:r>
            <a:r>
              <a:rPr lang="fr-FR" dirty="0"/>
              <a:t> a LLM</a:t>
            </a:r>
          </a:p>
        </p:txBody>
      </p:sp>
      <p:pic>
        <p:nvPicPr>
          <p:cNvPr id="2050" name="Picture 2" descr="Gemma : tout ce que vous devez savoir sur les modèles d'IA ouverts de Google">
            <a:extLst>
              <a:ext uri="{FF2B5EF4-FFF2-40B4-BE49-F238E27FC236}">
                <a16:creationId xmlns:a16="http://schemas.microsoft.com/office/drawing/2014/main" id="{FD56001D-5237-2E69-0867-35A0BAAF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1193" y="2240349"/>
            <a:ext cx="5422390" cy="360835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E2F70-853C-1ED9-85A9-9EEFC82AC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fr-FR" dirty="0"/>
              <a:t>Gemma 3:4B </a:t>
            </a:r>
            <a:r>
              <a:rPr lang="fr-FR" dirty="0" err="1"/>
              <a:t>localy</a:t>
            </a:r>
            <a:r>
              <a:rPr lang="fr-F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6510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905DB-F889-2ACE-B711-2F208EC3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br>
              <a:rPr lang="fr-FR" dirty="0"/>
            </a:br>
            <a:r>
              <a:rPr lang="fr-FR" dirty="0" err="1"/>
              <a:t>make</a:t>
            </a:r>
            <a:r>
              <a:rPr lang="fr-FR" dirty="0"/>
              <a:t> a </a:t>
            </a:r>
            <a:r>
              <a:rPr lang="fr-FR" dirty="0" err="1"/>
              <a:t>website</a:t>
            </a:r>
            <a:endParaRPr lang="fr-F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4519DF0-AC58-ACAA-43B7-BF1D41356C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3356" y="2180496"/>
            <a:ext cx="5885286" cy="367830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02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05216-A601-38B9-68ED-58491CC8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DB2CDF-73F6-B4FB-5BA2-D68567A73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Rectangle 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fr-FR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fr-FR">
                <a:solidFill>
                  <a:schemeClr val="bg2"/>
                </a:solidFill>
              </a:rPr>
              <a:t>someone@example.com</a:t>
            </a:r>
          </a:p>
          <a:p>
            <a:pPr rtl="0"/>
            <a:endParaRPr lang="fr-FR">
              <a:solidFill>
                <a:schemeClr val="bg2"/>
              </a:solidFill>
            </a:endParaRPr>
          </a:p>
          <a:p>
            <a:pPr rtl="0"/>
            <a:endParaRPr lang="fr-FR">
              <a:solidFill>
                <a:schemeClr val="bg2"/>
              </a:solidFill>
            </a:endParaRPr>
          </a:p>
        </p:txBody>
      </p:sp>
      <p:pic>
        <p:nvPicPr>
          <p:cNvPr id="5" name="Image 4" descr="Valeurs numériqu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800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{224A6FB5-C1EA-4419-A9B7-0CBF8082A997}TF9cd6fad6-da1d-416b-8dc8-a086cd1045b1ec718d70_win32-4022ceacc6bf</Template>
  <TotalTime>19</TotalTime>
  <Words>116</Words>
  <Application>Microsoft Office PowerPoint</Application>
  <PresentationFormat>Grand écran</PresentationFormat>
  <Paragraphs>25</Paragraphs>
  <Slides>10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Aptos Serif</vt:lpstr>
      <vt:lpstr>Arial</vt:lpstr>
      <vt:lpstr>Calibri</vt:lpstr>
      <vt:lpstr>Gill Sans MT</vt:lpstr>
      <vt:lpstr>Univers Condensed</vt:lpstr>
      <vt:lpstr>Wingdings 2</vt:lpstr>
      <vt:lpstr>Personnalisé</vt:lpstr>
      <vt:lpstr>HACKATON ​CAPGEMINI​ 16/03-17/03​</vt:lpstr>
      <vt:lpstr>How can we help hr to understand why employees are leaving and help them maintain better attractivity ?​</vt:lpstr>
      <vt:lpstr>Plan</vt:lpstr>
      <vt:lpstr>Discuss and choose the themes </vt:lpstr>
      <vt:lpstr>Data clean up </vt:lpstr>
      <vt:lpstr>Modèle training </vt:lpstr>
      <vt:lpstr>Add a LLM</vt:lpstr>
      <vt:lpstr> make a website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Baloo Lol</dc:creator>
  <cp:lastModifiedBy>Baloo Lol</cp:lastModifiedBy>
  <cp:revision>1</cp:revision>
  <dcterms:created xsi:type="dcterms:W3CDTF">2026-03-17T10:40:57Z</dcterms:created>
  <dcterms:modified xsi:type="dcterms:W3CDTF">2026-03-17T11:00:18Z</dcterms:modified>
</cp:coreProperties>
</file>